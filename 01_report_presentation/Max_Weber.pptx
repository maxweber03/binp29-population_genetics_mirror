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5" d="100"/>
          <a:sy n="115" d="100"/>
        </p:scale>
        <p:origin x="744" y="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E8476A-5B90-BDBB-0740-0D542E15DE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9E96C-F83B-54D1-4B44-BD7762CF47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837E0-DCB0-C76A-B97D-564382BB4F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899046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903783181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75028466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81909767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6736388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705544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6705415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399303106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2108970674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1643038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349777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38361670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369221471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138154936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127337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125905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12996396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36775579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33178114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1023668309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99307930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948253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7677029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908059107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44770232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884106378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8149055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698451076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38367653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97627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2021856857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2045196256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13480144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281867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1684432574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16374945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92394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122554409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69731963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42632383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1906758109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12541764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654957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348944479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1215282471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737135947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488911153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84588876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1788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493007381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950102940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203564018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7512713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679385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672448439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46381827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60161138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76123322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610436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121875750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207683962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6364E5-F88C-4007-8BF9-81594A654214}" type="datetimeFigureOut">
              <a:rPr lang="de-DE"/>
              <a:t>14.03.2026</a:t>
            </a:fld>
            <a:endParaRPr lang="de-DE"/>
          </a:p>
        </p:txBody>
      </p:sp>
      <p:sp>
        <p:nvSpPr>
          <p:cNvPr id="1258995543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812155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764E091-5840-4DBB-9D62-74FED85FE42E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763860" name="Down Arrow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6199999">
            <a:off x="800100" y="1491342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71723332" name="Titel 1"/>
          <p:cNvSpPr>
            <a:spLocks noGrp="1"/>
          </p:cNvSpPr>
          <p:nvPr>
            <p:ph type="ctrTitle"/>
          </p:nvPr>
        </p:nvSpPr>
        <p:spPr bwMode="auto"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defRPr/>
            </a:pPr>
            <a:r>
              <a:rPr lang="en-US" sz="33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Visualizing the microbiome of mines based on 16S rRNA Seq</a:t>
            </a:r>
            <a:br>
              <a:rPr lang="en-US" sz="33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3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37155762" name="Grafik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38984" y="643465"/>
            <a:ext cx="5457363" cy="5568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97927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Snakemake Workflow</a:t>
            </a:r>
            <a:endParaRPr lang="de-DE"/>
          </a:p>
        </p:txBody>
      </p:sp>
      <p:pic>
        <p:nvPicPr>
          <p:cNvPr id="1965450308" name="Inhaltsplatzhalt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606398" y="1216244"/>
            <a:ext cx="8979203" cy="52766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34115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71233296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8582695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67963" y="-56029"/>
            <a:ext cx="6221523" cy="6788509"/>
          </a:xfrm>
          <a:prstGeom prst="rect">
            <a:avLst/>
          </a:prstGeom>
        </p:spPr>
      </p:pic>
      <p:pic>
        <p:nvPicPr>
          <p:cNvPr id="16456602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13904" y="34744"/>
            <a:ext cx="5921255" cy="6788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Weber</dc:creator>
  <cp:lastModifiedBy/>
  <cp:revision>2</cp:revision>
  <dcterms:created xsi:type="dcterms:W3CDTF">2026-03-14T11:06:39Z</dcterms:created>
  <dcterms:modified xsi:type="dcterms:W3CDTF">2026-03-14T11:27:09Z</dcterms:modified>
</cp:coreProperties>
</file>